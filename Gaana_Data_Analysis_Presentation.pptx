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044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645920" cy="164592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640080"/>
            <a:ext cx="1828800" cy="1828800"/>
          </a:xfrm>
          <a:prstGeom prst="ellipse">
            <a:avLst/>
          </a:prstGeom>
          <a:solidFill>
            <a:srgbClr val="EC4899">
              <a:alpha val="7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73152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dirty="0">
                <a:solidFill>
                  <a:srgbClr val="000000"/>
                </a:solidFill>
              </a:rPr>
              <a:t>🎵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11480" y="548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GAANA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ANALYSIS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#1 Music Streaming Platform  |  Song Dataset EDA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0175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songs.csv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87752" y="30175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33472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33472" y="3547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64024" y="30175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9744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9744" y="3547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Answered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0296" y="301752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86016" y="30906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 Days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86016" y="35478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Music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Data Cleaning · Feature Engineering · KPI Visualisation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97680" cy="105156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7315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PURPOSE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4592" y="1307592"/>
            <a:ext cx="320040" cy="320040"/>
          </a:xfrm>
          <a:prstGeom prst="ellipse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289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27101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songs scraped from Gaana.com — India's #1 streaming platform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4592" y="2057400"/>
            <a:ext cx="320040" cy="320040"/>
          </a:xfrm>
          <a:prstGeom prst="ellipse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" y="2039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02082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raw CSV: remove duplicates, fix spelling errors, normalise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64592" y="2807208"/>
            <a:ext cx="320040" cy="320040"/>
          </a:xfrm>
          <a:prstGeom prst="ellipse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7706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Duration_in_secs from mixed-format time strings (MM:SS / H:MM:SS)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64592" y="3557016"/>
            <a:ext cx="320040" cy="320040"/>
          </a:xfrm>
          <a:prstGeom prst="ellipse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3538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music-business KPIs with charts &amp; aggregations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64592" y="4306824"/>
            <a:ext cx="320040" cy="320040"/>
          </a:xfrm>
          <a:prstGeom prst="ellipse">
            <a:avLst/>
          </a:prstGeom>
          <a:solidFill>
            <a:srgbClr val="EC4899">
              <a:alpha val="7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4288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2702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clean dataset ready for downstream ML / recommendation systems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34840" y="0"/>
            <a:ext cx="470916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🛠️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166360" y="2011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434840" y="1188720"/>
            <a:ext cx="4617720" cy="658368"/>
          </a:xfrm>
          <a:prstGeom prst="roundRect">
            <a:avLst>
              <a:gd name="adj" fmla="val 9722"/>
            </a:avLst>
          </a:prstGeom>
          <a:solidFill>
            <a:srgbClr val="F8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1188720"/>
            <a:ext cx="128016" cy="6583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1234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🐍  Python 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81728" y="153619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1965960"/>
            <a:ext cx="4617720" cy="658368"/>
          </a:xfrm>
          <a:prstGeom prst="roundRect">
            <a:avLst>
              <a:gd name="adj" fmla="val 9722"/>
            </a:avLst>
          </a:prstGeom>
          <a:solidFill>
            <a:srgbClr val="F8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1965960"/>
            <a:ext cx="128016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2011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🐼  pandas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81728" y="23134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ops + plots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34840" y="2743200"/>
            <a:ext cx="4617720" cy="658368"/>
          </a:xfrm>
          <a:prstGeom prst="roundRect">
            <a:avLst>
              <a:gd name="adj" fmla="val 9722"/>
            </a:avLst>
          </a:prstGeom>
          <a:solidFill>
            <a:srgbClr val="F8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2743200"/>
            <a:ext cx="128016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2788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Matplotlib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81728" y="3090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pandas .plot()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34840" y="3520440"/>
            <a:ext cx="4617720" cy="658368"/>
          </a:xfrm>
          <a:prstGeom prst="roundRect">
            <a:avLst>
              <a:gd name="adj" fmla="val 9722"/>
            </a:avLst>
          </a:prstGeom>
          <a:solidFill>
            <a:srgbClr val="F8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34840" y="3520440"/>
            <a:ext cx="128016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35661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☁️  Google Colab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81728" y="38679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runtime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34840" y="4297680"/>
            <a:ext cx="4617720" cy="658368"/>
          </a:xfrm>
          <a:prstGeom prst="roundRect">
            <a:avLst>
              <a:gd name="adj" fmla="val 9722"/>
            </a:avLst>
          </a:prstGeom>
          <a:solidFill>
            <a:srgbClr val="F8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4840" y="4297680"/>
            <a:ext cx="128016" cy="658368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4343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GitHub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81728" y="46451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via git clone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🎵  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songs.csv  |  Gaana.com  |  Multi-language Indian Music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 Reference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5669280" cy="33832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1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21A8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</a:rPr>
                        <a:t>Song title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21A8"/>
                          </a:solidFill>
                        </a:rPr>
                        <a:t>singer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</a:rPr>
                        <a:t>Pipe-delimited singer names  "A|B|C"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21A8"/>
                          </a:solidFill>
                        </a:rPr>
                        <a:t>singer_id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</a:rPr>
                        <a:t>Pipe-delimited unique singer IDs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21A8"/>
                          </a:solidFill>
                        </a:rPr>
                        <a:t>language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</a:rPr>
                        <a:t>Language (Hindi, Punjabi, Tamil…)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21A8"/>
                          </a:solidFill>
                        </a:rPr>
                        <a:t>link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</a:rPr>
                        <a:t>Unique Gaana URL — used as dedup key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B21A8"/>
                          </a:solidFill>
                        </a:rPr>
                        <a:t>Duration_in_secs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</a:rPr>
                        <a:t>Engineered — total seconds (from duration)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417320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472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6+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8196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2331720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23865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 |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400800" y="2734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Multi-artist support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3246120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33009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⏱️  2 fmts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0" y="36484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MM:SS &amp; H:MM:SS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09360" y="4160520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4215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URL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0" y="4562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dedup key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🧹  DATA CLEANING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operations in sequence — Sections 3 &amp;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2245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4224528" cy="457200"/>
          </a:xfrm>
          <a:prstGeom prst="roundRect">
            <a:avLst>
              <a:gd name="adj" fmla="val 16000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389888"/>
            <a:ext cx="4224528" cy="1828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957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Link-based Deduplication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df.drop_duplicates(subset=['link'])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23113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URL is unique per song — removes "Old" language duplicates that were Hindi songs with same URL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90872" y="1115568"/>
            <a:ext cx="42245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1115568"/>
            <a:ext cx="4224528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0872" y="1389888"/>
            <a:ext cx="422452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17957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Singer Name Spelling Fix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16642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df['singer'].str.replace('S P Balasubrahamanyam',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'S. P. Balasubrahmanyam')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8032" y="223113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4 rows had a typo causing freq mismatch between singer and singer_id in describe()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035808"/>
            <a:ext cx="42245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35808"/>
            <a:ext cx="4224528" cy="45720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310128"/>
            <a:ext cx="4224528" cy="182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998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Multi-column Deduplication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5844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df.drop_duplicates(subset=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['name','singer','singer_id'])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15137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Drops songs appearing on multiple playlists/albums where all 3 identifiers match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90872" y="3035808"/>
            <a:ext cx="422452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3035808"/>
            <a:ext cx="4224528" cy="457200"/>
          </a:xfrm>
          <a:prstGeom prst="roundRect">
            <a:avLst>
              <a:gd name="adj" fmla="val 16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0872" y="3310128"/>
            <a:ext cx="4224528" cy="1828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09981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Duration → Seconds (Feature Eng.)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28032" y="35844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if/elif/else loop: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H:MM:SS → hrs×3600 + min×60 + sec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MM:SS   → min×60 + sec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415137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Enables numeric aggregations — sum, mean, groupby on Duration_in_secs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⚙️  FEATURE ENGINEERING: DURATION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mixed string formats → single numeric column (Duration_in_secs)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393192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— Raw duration strings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83480" y="1051560"/>
            <a:ext cx="393192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— Duration_in_secs (int)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28600" y="1554480"/>
            <a:ext cx="393192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09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"04:55"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1554480"/>
            <a:ext cx="3931920" cy="6858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59105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MM:SS format → 4×60 + 55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295 secs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468880"/>
            <a:ext cx="3931920" cy="6858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5237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"1:02:34"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0" y="2468880"/>
            <a:ext cx="3931920" cy="685800"/>
          </a:xfrm>
          <a:prstGeom prst="rect">
            <a:avLst/>
          </a:prstGeom>
          <a:solidFill>
            <a:srgbClr val="F7FEF9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250545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H:MM:SS format → 3600+154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3754 secs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383280"/>
            <a:ext cx="3931920" cy="6858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4381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1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"00:45"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83480" y="3383280"/>
            <a:ext cx="3931920" cy="6858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341985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track MM:SS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45 secs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4407408"/>
            <a:ext cx="8686800" cy="621792"/>
          </a:xfrm>
          <a:prstGeom prst="roundRect">
            <a:avLst>
              <a:gd name="adj" fmla="val 8824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split(":") → len==3 → H:MM:SS  |  len==2 → MM:SS  |  else → seconds only  →  append to lst  →  df["Duration_in_secs"] = lst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KEY PERFORMANCE INDICATORS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 with pandas groupby &amp; matplotlib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69748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🎵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8404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Occurring Song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3774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barh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value_counts().head(10)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05840"/>
            <a:ext cx="269748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1155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🎤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Popular Singer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4408" y="23774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bar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"|" → value_counts()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0058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05840"/>
            <a:ext cx="2697480" cy="91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1155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🆔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144768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44768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Singer by Unique ID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44768" y="23774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pie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44768" y="2578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singer_id split → value_counts()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27632" y="2999232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2D1B6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27632" y="2999232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27632" y="3108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⏱️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73736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37360" y="3986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Cumulative Duration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37360" y="43708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print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37360" y="4572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 → days/hrs/min/sec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07992" y="2999232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2D1B6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07992" y="2999232"/>
            <a:ext cx="26974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7992" y="31089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📏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461772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3986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Duration by Language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17720" y="43708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line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17720" y="4572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groupby("language").mean()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KEY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 from the 5 KPI analyses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1170432"/>
          </a:xfrm>
          <a:prstGeom prst="roundRect">
            <a:avLst>
              <a:gd name="adj" fmla="val 625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46304" cy="117043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 Pipe-delimited Singer Field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Singer column stores collaborations as "A|B|C" — must be exploded before counting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73936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singer_id cross-validates by unique platform ID, ruling out name spelling variants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KPIs 2 &amp; 3 required this pipe-split logic for accurate frequency counts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395728"/>
            <a:ext cx="8686800" cy="1170432"/>
          </a:xfrm>
          <a:prstGeom prst="roundRect">
            <a:avLst>
              <a:gd name="adj" fmla="val 625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395728"/>
            <a:ext cx="14630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"Old" Language Was a Data Artefact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Songs tagged "Old" were duplicates of Hindi songs sharing the same link URL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072384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Link-based deduplication cleanly removes all 246 duplicates in one operation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10128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Without this step, language-groupby KPI 5 would show a misleading "Old" bar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694176"/>
            <a:ext cx="8686800" cy="1170432"/>
          </a:xfrm>
          <a:prstGeom prst="roundRect">
            <a:avLst>
              <a:gd name="adj" fmla="val 625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694176"/>
            <a:ext cx="146304" cy="11704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7673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⏱️  12+ Days of Total Music Content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133088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4 reveals the dataset represents over 12 days of continuous listening content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70832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 engineering handled both MM:SS and H:MM:SS formats via if/elif loop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608576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numeric column powers both cumulative (sum) and language (groupby mean) KPIs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91840"/>
            <a:ext cx="2743200" cy="2743200"/>
          </a:xfrm>
          <a:prstGeom prst="ellipse">
            <a:avLst/>
          </a:prstGeom>
          <a:solidFill>
            <a:srgbClr val="EC4899">
              <a:alpha val="1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🎵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97280" y="8229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NEXT STEPS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Link-based &amp; multi-column deduplication — clean, unique song records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36829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Singer name spelling normalised — consistent artist identification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27706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Duration engineered to integer seconds — numeric analytics enabled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31729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5 KPI charts: top songs, singers, IDs, cumulative &amp; per-language duration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1463040"/>
            <a:ext cx="2926080" cy="3401568"/>
          </a:xfrm>
          <a:prstGeom prst="roundRect">
            <a:avLst>
              <a:gd name="adj" fmla="val 3125"/>
            </a:avLst>
          </a:prstGeom>
          <a:solidFill>
            <a:srgbClr val="2D1B69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591056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NEXT STEPS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21031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0482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recommendation system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281635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7614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Language-based genre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35295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474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Singer collaboration network graph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80760" y="42428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1879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count integration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Gaana Music Analysis  |  songs.csv  |  EDA Complete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</Words>
  <Application>Microsoft Office PowerPoint</Application>
  <PresentationFormat>On-screen Show (16:9)</PresentationFormat>
  <Paragraphs>165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Gaana Music Analysis</dc:title>
  <dc:subject>PptxGenJS Presentation</dc:subject>
  <dc:creator>PptxGenJS</dc:creator>
  <cp:lastModifiedBy>Ansh Dev Singh</cp:lastModifiedBy>
  <cp:revision>1</cp:revision>
  <dcterms:created xsi:type="dcterms:W3CDTF">2026-05-05T10:46:33Z</dcterms:created>
  <dcterms:modified xsi:type="dcterms:W3CDTF">2026-05-08T02:07:38Z</dcterms:modified>
</cp:coreProperties>
</file>